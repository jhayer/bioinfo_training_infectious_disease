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7"/>
  </p:notesMasterIdLst>
  <p:handoutMasterIdLst>
    <p:handoutMasterId r:id="rId8"/>
  </p:handoutMasterIdLst>
  <p:sldIdLst>
    <p:sldId id="279" r:id="rId2"/>
    <p:sldId id="567" r:id="rId3"/>
    <p:sldId id="539" r:id="rId4"/>
    <p:sldId id="534" r:id="rId5"/>
    <p:sldId id="31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872"/>
    <a:srgbClr val="E1DED9"/>
    <a:srgbClr val="E5E2DE"/>
    <a:srgbClr val="FF9300"/>
    <a:srgbClr val="6892A1"/>
    <a:srgbClr val="E6E4E0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32"/>
    <p:restoredTop sz="90376" autoAdjust="0"/>
  </p:normalViewPr>
  <p:slideViewPr>
    <p:cSldViewPr snapToGrid="0" snapToObjects="1">
      <p:cViewPr varScale="1">
        <p:scale>
          <a:sx n="206" d="100"/>
          <a:sy n="206" d="100"/>
        </p:scale>
        <p:origin x="155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30/07/2025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30/07/2025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30/07/2025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30/07/2025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30/07/2025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30/07/2025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30/07/2025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sv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cbi/pgap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Methods in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genome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annotation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09AB94C-A4AE-FE05-418C-A4452751B1F2}"/>
              </a:ext>
            </a:extLst>
          </p:cNvPr>
          <p:cNvSpPr txBox="1"/>
          <p:nvPr/>
        </p:nvSpPr>
        <p:spPr>
          <a:xfrm>
            <a:off x="5726821" y="3633784"/>
            <a:ext cx="5872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with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 focus on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eukaryotes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protein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coding</a:t>
            </a:r>
            <a:r>
              <a:rPr lang="fr-FR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effectLst/>
                <a:latin typeface="Helvetica" pitchFamily="2" charset="0"/>
              </a:rPr>
              <a:t>genes</a:t>
            </a:r>
            <a:endParaRPr lang="fr-FR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5630BD1-0813-2740-7092-40AB31A488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D72C591-AA48-0B2E-3484-746934597C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36947774-B540-0CF0-251F-69278941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571400"/>
              </p:ext>
            </p:extLst>
          </p:nvPr>
        </p:nvGraphicFramePr>
        <p:xfrm>
          <a:off x="321276" y="862924"/>
          <a:ext cx="11541210" cy="2267752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9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3934">
                  <a:extLst>
                    <a:ext uri="{9D8B030D-6E8A-4147-A177-3AD203B41FA5}">
                      <a16:colId xmlns:a16="http://schemas.microsoft.com/office/drawing/2014/main" val="2455486726"/>
                    </a:ext>
                  </a:extLst>
                </a:gridCol>
                <a:gridCol w="1151488">
                  <a:extLst>
                    <a:ext uri="{9D8B030D-6E8A-4147-A177-3AD203B41FA5}">
                      <a16:colId xmlns:a16="http://schemas.microsoft.com/office/drawing/2014/main" val="200144732"/>
                    </a:ext>
                  </a:extLst>
                </a:gridCol>
                <a:gridCol w="1085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9523">
                  <a:extLst>
                    <a:ext uri="{9D8B030D-6E8A-4147-A177-3AD203B41FA5}">
                      <a16:colId xmlns:a16="http://schemas.microsoft.com/office/drawing/2014/main" val="3004257340"/>
                    </a:ext>
                  </a:extLst>
                </a:gridCol>
                <a:gridCol w="1439523">
                  <a:extLst>
                    <a:ext uri="{9D8B030D-6E8A-4147-A177-3AD203B41FA5}">
                      <a16:colId xmlns:a16="http://schemas.microsoft.com/office/drawing/2014/main" val="652416527"/>
                    </a:ext>
                  </a:extLst>
                </a:gridCol>
              </a:tblGrid>
              <a:tr h="5669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Transcript / </a:t>
                      </a:r>
                      <a:r>
                        <a:rPr lang="en-US" sz="1400" dirty="0" err="1"/>
                        <a:t>RNAseq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Comparative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/>
                        <a:t>Ab </a:t>
                      </a:r>
                      <a:r>
                        <a:rPr lang="en-US" sz="1400" i="1" dirty="0" err="1"/>
                        <a:t>inito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38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Prokka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Bakta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>
                          <a:hlinkClick r:id="rId2"/>
                        </a:rPr>
                        <a:t>PGAP</a:t>
                      </a:r>
                      <a:r>
                        <a:rPr lang="en-US" sz="1400" dirty="0"/>
                        <a:t> (NCBI)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/>
                        <a:t>Prokaryotic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257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9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8FB68D1-6116-5C50-413E-5680C71A5E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966442-06CD-CEFE-BB11-51DCDCA476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027A6-AA9B-54AE-FD81-EB0830132941}"/>
              </a:ext>
            </a:extLst>
          </p:cNvPr>
          <p:cNvSpPr/>
          <p:nvPr/>
        </p:nvSpPr>
        <p:spPr>
          <a:xfrm>
            <a:off x="0" y="1628737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</a:rPr>
              <a:t>Exercise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54008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E74220-1540-9E6F-DF82-5FBD143C0B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754010-A3C6-7A44-CE8C-634825111A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886056-5E92-FCBF-622B-7AE2D28A105F}"/>
              </a:ext>
            </a:extLst>
          </p:cNvPr>
          <p:cNvSpPr txBox="1"/>
          <p:nvPr/>
        </p:nvSpPr>
        <p:spPr>
          <a:xfrm>
            <a:off x="3044858" y="3241977"/>
            <a:ext cx="6108568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Closing remarks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9453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63836</TotalTime>
  <Words>92</Words>
  <Application>Microsoft Macintosh PowerPoint</Application>
  <PresentationFormat>Grand écran</PresentationFormat>
  <Paragraphs>31</Paragraphs>
  <Slides>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Gill Sans MT</vt:lpstr>
      <vt:lpstr>Helvetica</vt:lpstr>
      <vt:lpstr>Roboto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437</cp:revision>
  <cp:lastPrinted>2023-09-15T12:14:39Z</cp:lastPrinted>
  <dcterms:created xsi:type="dcterms:W3CDTF">2018-11-21T09:52:36Z</dcterms:created>
  <dcterms:modified xsi:type="dcterms:W3CDTF">2025-07-30T13:25:52Z</dcterms:modified>
</cp:coreProperties>
</file>